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Agent Skills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Supercharge Your AI with Modular Capabilities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What Are Agent Skills?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34155"/>
                </a:solidFill>
              </a:rPr>
              <a:t>Modular add-ons that extend AI capabilities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34155"/>
                </a:solidFill>
              </a:rPr>
              <a:t>Like apps on your smartphone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34155"/>
                </a:solidFill>
              </a:rPr>
              <a:t>Instantly add new powers to your AI assistant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6459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Skills transform generic AI into specialized tools. Install meeting-summary to analyze transcripts, ui-ux-pro-max to design interfaces, or pptx to create presentations.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Why Agent Skills Matter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371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Speed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Complete complex tasks in seconds, not hours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931920" cy="13716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Follow proven workflows and best practices every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931920" cy="13716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Reusability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Share and reuse successful patterns across projects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393192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Built-in quality checks and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Skill Anatomy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SKILL.md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Core instructions - tells the AI how to use the skill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Scripts (Optional)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Python/shell scripts for file operations, API calls, etc.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References (Optional)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Documentation, examples, or knowledge base files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977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Configuration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Metadata like skill name, version, and dependencies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How Skills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Request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234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"Create a PPTX about AI"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737360"/>
            <a:ext cx="0" cy="1371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371600" y="1874520"/>
            <a:ext cx="6400800" cy="5486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Skill Selection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 picks the pptx skill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423160"/>
            <a:ext cx="0" cy="1371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Follow Instructions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Read SKILL.md guidelines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0" cy="1371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71600" y="3246120"/>
            <a:ext cx="640080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Execute Actions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Generate content, run scripts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794760"/>
            <a:ext cx="0" cy="1371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Deliver Result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completed PPTX file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Real-World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meeting-summary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Analyze meeting transcripts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ui-ux-pro-max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Design beautiful interfaces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pptx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Create presentations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citation-summary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Research with sources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29260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code-review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Analyze code quality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data-viz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Visualize data insights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Installing Skills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229600" cy="3017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from GitHub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skills add -g --yes openstatusHQ/openstatus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from local directory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skills add ./my-custom-skill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installed skills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skills list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Using Skills in Practice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Via @mention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"@pptx create a deck about climate change"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93192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Automatic Matching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"Summarize this meeting" → uses meeting-summary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82296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💡 Pro Tip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Skills can call other skills! The pptx skill might use image-gen for custom graphics.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Building Your Own Skills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Write SKILL.md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Define instructions, output format, and workflow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931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554480"/>
            <a:ext cx="45720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Add Scripts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Optional: create Python/shell helpers for complex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3931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Include References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Optional: add docs, examples, or knowledge files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3931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3200400"/>
            <a:ext cx="45720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Test &amp; Share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Run npx skills add and share on GitHub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283464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✓ 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Make SKILL.md clear and specific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13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Include examples in your instructions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52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Use scripts for file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912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Test with real use cases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30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Version your skills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283464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✗ DON'T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Write vague or ambiguous instructions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313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Assume the AI knows your domain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752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Hardcode paths or credentials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1912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Skip error handling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630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• Break backward compatibility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The Skills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39+ AI Agents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Claude, ChatGPT, Gemini, and more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517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100+ Public Skills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GitHub marketplace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2286000"/>
            <a:ext cx="0" cy="914400"/>
          </a:xfrm>
          <a:prstGeom prst="line">
            <a:avLst/>
          </a:prstGeom>
          <a:noFill/>
          <a:ln w="50800">
            <a:solidFill>
              <a:srgbClr val="2196F3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474720" y="3200400"/>
            <a:ext cx="26517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Custom Skills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Build your own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2286000"/>
            <a:ext cx="0" cy="914400"/>
          </a:xfrm>
          <a:prstGeom prst="line">
            <a:avLst/>
          </a:prstGeom>
          <a:noFill/>
          <a:ln w="50800">
            <a:solidFill>
              <a:srgbClr val="2196F3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309360" y="3200400"/>
            <a:ext cx="26517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Enterprise Skills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Private repositories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2286000"/>
            <a:ext cx="0" cy="914400"/>
          </a:xfrm>
          <a:prstGeom prst="line">
            <a:avLst/>
          </a:prstGeom>
          <a:noFill/>
          <a:ln w="50800">
            <a:solidFill>
              <a:srgbClr val="2196F3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Getting Started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Install the CLI: npm install -g @chatskills/cli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Browse skills: npx skills find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Add a skill: npx skills add -g --yes owner/repo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Use in chat: @skillname your request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Build your own: npx skills create my-skill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Skills are modular add-ons that extend AI 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Easy to install, use, and share via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Follow SKILL.md instructions for consistent 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Scripts and references provide advanced functionality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Growing ecosystem with 100+ skills and 39+ AI agents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ADCFC"/>
                </a:solidFill>
              </a:rPr>
              <a:t>github.com/nextchat/chat-skills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ADCFC"/>
                </a:solidFill>
              </a:rPr>
              <a:t>Start building with Agent Skills today!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2026-02-09T04:52:24Z</dcterms:created>
  <dcterms:modified xsi:type="dcterms:W3CDTF">2026-02-09T04:52:24Z</dcterms:modified>
</cp:coreProperties>
</file>